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6"/>
  </p:normalViewPr>
  <p:slideViewPr>
    <p:cSldViewPr snapToGrid="0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E999-B79F-7698-BBD6-8E4702130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F0866-83A9-D5DB-98DD-ABFC237B1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5009F-4CEF-A711-6B80-12993A14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2BD59-ED08-4E19-054C-7FA14835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146DE-0620-E972-5248-3F36DB53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9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4905D-ABD1-690C-26E3-D02A80C4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0C0E-E1DD-5EDF-84F0-717904E2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6458A-325E-A25B-322E-3ECF0E97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DD143-4010-6013-9502-C46F082A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2AA6-CCEA-5136-9051-D464391D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3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BB20-6398-5FCA-3D1F-CD5FAF31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2C53C-A572-154E-1CE9-1A053AF43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C45C1-C3EF-A721-399B-56137B9F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45E9E-AA66-9EA0-ED7E-9945C095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5B983-76CF-EF8B-5E4D-08CD3688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7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6A0C-7348-40A6-BB0A-6EFAF589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4A665-C569-5059-F38A-4800B3AC4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43503-B195-C8B0-0310-44795759E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46E03-AC8F-66C3-8735-ED88192A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5D4FD-45DB-0B98-BD77-E24707D3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39BBF-FC05-AF99-D8A8-F14B1730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3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56FC-EB01-E7E8-ADDB-28D3D130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7CB7D-D4D3-CB46-0B7C-3DACE51A9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9C80F-4BAA-E37E-3DC7-09A52BCFB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807CB-6FEC-2B4C-2897-E23925D14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7F4FB-08CA-5BBF-E9CD-8394EC04E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D5C1-E19F-5E49-48C6-A2D93BD9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B93FD-1043-14DF-5CDC-51655756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533F76-95C3-41E4-BAEF-479DC239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D6B6-214B-19ED-E850-B7060899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65B44-3160-E7B9-43DB-7C20BBF1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B4164-83E8-AD01-EDB1-06102280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8CBCF-7062-8F55-1EE8-018F0FDB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D1A2D-630D-ACE4-A7EF-9E73BE56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C2895-5F0B-A845-B0F7-49B99FC6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79A8A-4BFE-7431-F0FC-54F1F20F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7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B79B-C1B5-C2B9-6DC1-34DFE1F8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B84C-C1BD-4760-A0C6-7097484D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41356-2A1B-2788-8BFC-916ABD22A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0A255-FAEC-C86D-D821-50483FF5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9FDA2-8AD7-F657-67F7-C22BA8CA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50E22-7DDB-30B9-EB4B-08CD5E11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8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87FF-88CE-7304-FD52-A02B4EE9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743B0-A8CA-66F9-C205-007260576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5E4D7-00DB-FE48-A796-230842C36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21C52-3927-C3F2-2947-F87A2801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546C5-2380-B2AD-E0DA-0552126E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43C32-246B-D9A0-3EE4-97878538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1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2B42A-99D4-BF15-8755-E1929844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3379F-828B-44F2-A699-BC14E6623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72F76-0982-44C7-9643-F039D930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77503-8DA9-3857-D5AA-99A115C8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ECC13-7B4B-047F-E354-DD5FE8BB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4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FB9F91-C0F5-5793-4DB7-0AD026DC9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6AEE9-3740-9882-FFFD-8761FF6A2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39AF6-C9C2-E007-7FA0-99BA9323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C80AA-7F4A-F72A-877C-B74A70F9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0328A-3FD3-8ED8-9AFC-8DEE12F7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6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79749-57C1-6797-B979-F3077B2C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26806-EABD-C621-09CB-8E391A2C1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334B1-4ABE-3EF1-66AC-E5F7F93AD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1B62E-C047-BE45-B625-772DD5AF696F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4653C-8F5F-1131-E67C-4B5B46266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C5370-CC79-4B55-DD1A-0BFD3E725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07F2A-159B-4F45-AAFE-B93C497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2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FD18D8-6672-565A-F77A-033363425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786"/>
            <a:ext cx="11076680" cy="46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4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E44E01F-FF96-1475-573E-1CB577972B21}"/>
              </a:ext>
            </a:extLst>
          </p:cNvPr>
          <p:cNvGrpSpPr/>
          <p:nvPr/>
        </p:nvGrpSpPr>
        <p:grpSpPr>
          <a:xfrm>
            <a:off x="655896" y="382536"/>
            <a:ext cx="5838523" cy="4542263"/>
            <a:chOff x="669848" y="301256"/>
            <a:chExt cx="5838523" cy="4542263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B6DE10DD-2220-2E75-7FF2-86CB7197C71D}"/>
                </a:ext>
              </a:extLst>
            </p:cNvPr>
            <p:cNvSpPr/>
            <p:nvPr/>
          </p:nvSpPr>
          <p:spPr>
            <a:xfrm>
              <a:off x="669849" y="301256"/>
              <a:ext cx="5838516" cy="9179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Baseline survey, open 2025-11-25, closed 2025-11-26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8,198 began 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8,003 valid completions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8D190FB-B633-D7E5-591C-702FABC2675D}"/>
                </a:ext>
              </a:extLst>
            </p:cNvPr>
            <p:cNvSpPr/>
            <p:nvPr/>
          </p:nvSpPr>
          <p:spPr>
            <a:xfrm>
              <a:off x="669848" y="2017823"/>
              <a:ext cx="5838523" cy="9179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Main survey, open 2025-12-2,  closed 2025-12-9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3,637 began survey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3,525 valid completions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E8EE003-0D53-ECD1-D5C3-577AD0D9A914}"/>
                </a:ext>
              </a:extLst>
            </p:cNvPr>
            <p:cNvSpPr/>
            <p:nvPr/>
          </p:nvSpPr>
          <p:spPr>
            <a:xfrm>
              <a:off x="669849" y="3742424"/>
              <a:ext cx="5838516" cy="110109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Follow-up survey, open 2026-12-16, closed 2025-12-28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3,177 began survey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2,993 valid completions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ABFFA66-D786-AEF5-3052-922971087F1F}"/>
                </a:ext>
              </a:extLst>
            </p:cNvPr>
            <p:cNvCxnSpPr/>
            <p:nvPr/>
          </p:nvCxnSpPr>
          <p:spPr>
            <a:xfrm>
              <a:off x="1223369" y="1306623"/>
              <a:ext cx="0" cy="62377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2FF8236-F873-7DAA-D2DC-223A8794C3FB}"/>
                </a:ext>
              </a:extLst>
            </p:cNvPr>
            <p:cNvCxnSpPr/>
            <p:nvPr/>
          </p:nvCxnSpPr>
          <p:spPr>
            <a:xfrm>
              <a:off x="1223369" y="3027207"/>
              <a:ext cx="0" cy="62377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7DCB00-6B78-736D-6E5D-03627712AB21}"/>
                </a:ext>
              </a:extLst>
            </p:cNvPr>
            <p:cNvSpPr txBox="1"/>
            <p:nvPr/>
          </p:nvSpPr>
          <p:spPr>
            <a:xfrm>
              <a:off x="1381761" y="1306623"/>
              <a:ext cx="36169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4,525 vaccine hesitant participants invited to main survey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7EE547-145C-2C7D-93FB-3C9F5C264130}"/>
                </a:ext>
              </a:extLst>
            </p:cNvPr>
            <p:cNvSpPr txBox="1"/>
            <p:nvPr/>
          </p:nvSpPr>
          <p:spPr>
            <a:xfrm>
              <a:off x="1381761" y="3004653"/>
              <a:ext cx="36169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All valid completions invited to follow-up survey</a:t>
              </a:r>
            </a:p>
          </p:txBody>
        </p:sp>
      </p:grpSp>
      <p:sp>
        <p:nvSpPr>
          <p:cNvPr id="15" name="Left Brace 14">
            <a:extLst>
              <a:ext uri="{FF2B5EF4-FFF2-40B4-BE49-F238E27FC236}">
                <a16:creationId xmlns:a16="http://schemas.microsoft.com/office/drawing/2014/main" id="{5545204B-5FE9-74B2-9A4E-204299E856DB}"/>
              </a:ext>
            </a:extLst>
          </p:cNvPr>
          <p:cNvSpPr/>
          <p:nvPr/>
        </p:nvSpPr>
        <p:spPr>
          <a:xfrm>
            <a:off x="6652144" y="403777"/>
            <a:ext cx="418465" cy="91794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4A297-A80C-3679-2A1B-E0D1A7EC83B8}"/>
              </a:ext>
            </a:extLst>
          </p:cNvPr>
          <p:cNvSpPr txBox="1"/>
          <p:nvPr/>
        </p:nvSpPr>
        <p:spPr>
          <a:xfrm>
            <a:off x="7228340" y="403777"/>
            <a:ext cx="4833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 for vaccine hesitancy</a:t>
            </a:r>
          </a:p>
          <a:p>
            <a:r>
              <a:rPr lang="en-US" dirty="0"/>
              <a:t>Measure prior flu and covid vaccine experience</a:t>
            </a:r>
          </a:p>
          <a:p>
            <a:r>
              <a:rPr lang="en-US" dirty="0"/>
              <a:t>Measure health care information sources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B16F8577-BE31-66BD-EB47-B4C260EA33AB}"/>
              </a:ext>
            </a:extLst>
          </p:cNvPr>
          <p:cNvSpPr/>
          <p:nvPr/>
        </p:nvSpPr>
        <p:spPr>
          <a:xfrm>
            <a:off x="6788768" y="2055462"/>
            <a:ext cx="418465" cy="135363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A0D76B-D1F5-4F20-5C88-1342E0C7190B}"/>
              </a:ext>
            </a:extLst>
          </p:cNvPr>
          <p:cNvSpPr txBox="1"/>
          <p:nvPr/>
        </p:nvSpPr>
        <p:spPr>
          <a:xfrm>
            <a:off x="7358626" y="2017823"/>
            <a:ext cx="35335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Elicit priors</a:t>
            </a:r>
          </a:p>
          <a:p>
            <a:r>
              <a:rPr lang="en-US" dirty="0"/>
              <a:t>Randomize to control or info arms</a:t>
            </a:r>
          </a:p>
          <a:p>
            <a:r>
              <a:rPr lang="en-US" dirty="0"/>
              <a:t>Elicit posteriors</a:t>
            </a:r>
          </a:p>
          <a:p>
            <a:r>
              <a:rPr lang="en-US" dirty="0"/>
              <a:t>Measure intentions</a:t>
            </a:r>
          </a:p>
          <a:p>
            <a:r>
              <a:rPr lang="en-US" dirty="0"/>
              <a:t>Measure demographics, politics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EF38005B-80BB-4D31-4C4E-E7A128B76DFF}"/>
              </a:ext>
            </a:extLst>
          </p:cNvPr>
          <p:cNvSpPr/>
          <p:nvPr/>
        </p:nvSpPr>
        <p:spPr>
          <a:xfrm>
            <a:off x="6809875" y="3951287"/>
            <a:ext cx="418465" cy="84592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FFC4F2-BDC5-C8CB-1799-6573990B9E65}"/>
              </a:ext>
            </a:extLst>
          </p:cNvPr>
          <p:cNvSpPr txBox="1"/>
          <p:nvPr/>
        </p:nvSpPr>
        <p:spPr>
          <a:xfrm>
            <a:off x="7358626" y="4189584"/>
            <a:ext cx="2251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 vaccination</a:t>
            </a:r>
          </a:p>
        </p:txBody>
      </p:sp>
    </p:spTree>
    <p:extLst>
      <p:ext uri="{BB962C8B-B14F-4D97-AF65-F5344CB8AC3E}">
        <p14:creationId xmlns:p14="http://schemas.microsoft.com/office/powerpoint/2010/main" val="325490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90</Words>
  <Application>Microsoft Macintosh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Sacks</dc:creator>
  <cp:lastModifiedBy>Dan Sacks</cp:lastModifiedBy>
  <cp:revision>4</cp:revision>
  <dcterms:created xsi:type="dcterms:W3CDTF">2026-03-07T00:45:23Z</dcterms:created>
  <dcterms:modified xsi:type="dcterms:W3CDTF">2026-03-07T16:51:43Z</dcterms:modified>
</cp:coreProperties>
</file>